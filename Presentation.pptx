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05"/>
    <p:restoredTop sz="94648"/>
  </p:normalViewPr>
  <p:slideViewPr>
    <p:cSldViewPr snapToGrid="0" snapToObjects="1">
      <p:cViewPr varScale="1">
        <p:scale>
          <a:sx n="78" d="100"/>
          <a:sy n="78" d="100"/>
        </p:scale>
        <p:origin x="208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RICHELLE-JOY CHIA#" userId="1ed7f23c-50f7-4404-a1c1-09bc4c2c813d" providerId="ADAL" clId="{AD6982FF-2A9E-BF46-9821-02FFDFC713E5}"/>
    <pc:docChg chg="undo custSel addSld modSld">
      <pc:chgData name="#RICHELLE-JOY CHIA#" userId="1ed7f23c-50f7-4404-a1c1-09bc4c2c813d" providerId="ADAL" clId="{AD6982FF-2A9E-BF46-9821-02FFDFC713E5}" dt="2021-06-18T12:49:34.275" v="48" actId="26606"/>
      <pc:docMkLst>
        <pc:docMk/>
      </pc:docMkLst>
      <pc:sldChg chg="addSp delSp modSp mod setBg setClrOvrMap">
        <pc:chgData name="#RICHELLE-JOY CHIA#" userId="1ed7f23c-50f7-4404-a1c1-09bc4c2c813d" providerId="ADAL" clId="{AD6982FF-2A9E-BF46-9821-02FFDFC713E5}" dt="2021-06-18T12:49:00.042" v="8" actId="26606"/>
        <pc:sldMkLst>
          <pc:docMk/>
          <pc:sldMk cId="1124873859" sldId="260"/>
        </pc:sldMkLst>
        <pc:spChg chg="mod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2" creationId="{C2A9B7F9-4740-D547-AFBF-7ACC2CE14D42}"/>
          </ac:spMkLst>
        </pc:spChg>
        <pc:spChg chg="add del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10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12" creationId="{6E2B17B6-CB6E-4E5C-AC3B-18B7C91D8071}"/>
          </ac:spMkLst>
        </pc:spChg>
        <pc:spChg chg="add del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14" creationId="{57F674D0-5816-4E8A-BCEB-6637F2469DA2}"/>
          </ac:spMkLst>
        </pc:spChg>
        <pc:spChg chg="add del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16" creationId="{FD78F7CD-9EFB-48CC-80BD-85B57EE4DAE0}"/>
          </ac:spMkLst>
        </pc:spChg>
        <pc:spChg chg="add del">
          <ac:chgData name="#RICHELLE-JOY CHIA#" userId="1ed7f23c-50f7-4404-a1c1-09bc4c2c813d" providerId="ADAL" clId="{AD6982FF-2A9E-BF46-9821-02FFDFC713E5}" dt="2021-06-18T12:48:56.821" v="1" actId="26606"/>
          <ac:spMkLst>
            <pc:docMk/>
            <pc:sldMk cId="1124873859" sldId="260"/>
            <ac:spMk id="21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8:56.821" v="1" actId="26606"/>
          <ac:spMkLst>
            <pc:docMk/>
            <pc:sldMk cId="1124873859" sldId="260"/>
            <ac:spMk id="23" creationId="{068EBBB4-DF6A-4503-AA1C-A6E78AF32CB6}"/>
          </ac:spMkLst>
        </pc:spChg>
        <pc:spChg chg="add del">
          <ac:chgData name="#RICHELLE-JOY CHIA#" userId="1ed7f23c-50f7-4404-a1c1-09bc4c2c813d" providerId="ADAL" clId="{AD6982FF-2A9E-BF46-9821-02FFDFC713E5}" dt="2021-06-18T12:48:56.821" v="1" actId="26606"/>
          <ac:spMkLst>
            <pc:docMk/>
            <pc:sldMk cId="1124873859" sldId="260"/>
            <ac:spMk id="25" creationId="{2927A7B7-1B6D-432E-B2C4-E71C6C361C26}"/>
          </ac:spMkLst>
        </pc:spChg>
        <pc:spChg chg="add del">
          <ac:chgData name="#RICHELLE-JOY CHIA#" userId="1ed7f23c-50f7-4404-a1c1-09bc4c2c813d" providerId="ADAL" clId="{AD6982FF-2A9E-BF46-9821-02FFDFC713E5}" dt="2021-06-18T12:48:56.821" v="1" actId="26606"/>
          <ac:spMkLst>
            <pc:docMk/>
            <pc:sldMk cId="1124873859" sldId="260"/>
            <ac:spMk id="27" creationId="{E27DBEE0-99A4-4464-9371-C89D97E7A956}"/>
          </ac:spMkLst>
        </pc:spChg>
        <pc:spChg chg="add del">
          <ac:chgData name="#RICHELLE-JOY CHIA#" userId="1ed7f23c-50f7-4404-a1c1-09bc4c2c813d" providerId="ADAL" clId="{AD6982FF-2A9E-BF46-9821-02FFDFC713E5}" dt="2021-06-18T12:48:58.203" v="3" actId="26606"/>
          <ac:spMkLst>
            <pc:docMk/>
            <pc:sldMk cId="1124873859" sldId="260"/>
            <ac:spMk id="29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8:58.203" v="3" actId="26606"/>
          <ac:spMkLst>
            <pc:docMk/>
            <pc:sldMk cId="1124873859" sldId="260"/>
            <ac:spMk id="30" creationId="{B7BD7FCF-A254-4A97-A15C-319B67622677}"/>
          </ac:spMkLst>
        </pc:spChg>
        <pc:spChg chg="add del">
          <ac:chgData name="#RICHELLE-JOY CHIA#" userId="1ed7f23c-50f7-4404-a1c1-09bc4c2c813d" providerId="ADAL" clId="{AD6982FF-2A9E-BF46-9821-02FFDFC713E5}" dt="2021-06-18T12:48:58.203" v="3" actId="26606"/>
          <ac:spMkLst>
            <pc:docMk/>
            <pc:sldMk cId="1124873859" sldId="260"/>
            <ac:spMk id="31" creationId="{52FFAF72-6204-4676-9C6F-9A4CC4D91805}"/>
          </ac:spMkLst>
        </pc:spChg>
        <pc:spChg chg="add del">
          <ac:chgData name="#RICHELLE-JOY CHIA#" userId="1ed7f23c-50f7-4404-a1c1-09bc4c2c813d" providerId="ADAL" clId="{AD6982FF-2A9E-BF46-9821-02FFDFC713E5}" dt="2021-06-18T12:48:58.755" v="5" actId="26606"/>
          <ac:spMkLst>
            <pc:docMk/>
            <pc:sldMk cId="1124873859" sldId="260"/>
            <ac:spMk id="33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8:58.755" v="5" actId="26606"/>
          <ac:spMkLst>
            <pc:docMk/>
            <pc:sldMk cId="1124873859" sldId="260"/>
            <ac:spMk id="34" creationId="{0474BEB6-C205-445B-9C1D-3D4F5FC71A95}"/>
          </ac:spMkLst>
        </pc:spChg>
        <pc:spChg chg="add del">
          <ac:chgData name="#RICHELLE-JOY CHIA#" userId="1ed7f23c-50f7-4404-a1c1-09bc4c2c813d" providerId="ADAL" clId="{AD6982FF-2A9E-BF46-9821-02FFDFC713E5}" dt="2021-06-18T12:48:58.755" v="5" actId="26606"/>
          <ac:spMkLst>
            <pc:docMk/>
            <pc:sldMk cId="1124873859" sldId="260"/>
            <ac:spMk id="35" creationId="{2927A7B7-1B6D-432E-B2C4-E71C6C361C26}"/>
          </ac:spMkLst>
        </pc:spChg>
        <pc:spChg chg="add del">
          <ac:chgData name="#RICHELLE-JOY CHIA#" userId="1ed7f23c-50f7-4404-a1c1-09bc4c2c813d" providerId="ADAL" clId="{AD6982FF-2A9E-BF46-9821-02FFDFC713E5}" dt="2021-06-18T12:48:58.755" v="5" actId="26606"/>
          <ac:spMkLst>
            <pc:docMk/>
            <pc:sldMk cId="1124873859" sldId="260"/>
            <ac:spMk id="36" creationId="{E27DBEE0-99A4-4464-9371-C89D97E7A956}"/>
          </ac:spMkLst>
        </pc:spChg>
        <pc:spChg chg="add del">
          <ac:chgData name="#RICHELLE-JOY CHIA#" userId="1ed7f23c-50f7-4404-a1c1-09bc4c2c813d" providerId="ADAL" clId="{AD6982FF-2A9E-BF46-9821-02FFDFC713E5}" dt="2021-06-18T12:49:00.034" v="7" actId="26606"/>
          <ac:spMkLst>
            <pc:docMk/>
            <pc:sldMk cId="1124873859" sldId="260"/>
            <ac:spMk id="38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9:00.034" v="7" actId="26606"/>
          <ac:spMkLst>
            <pc:docMk/>
            <pc:sldMk cId="1124873859" sldId="260"/>
            <ac:spMk id="39" creationId="{B7BD7FCF-A254-4A97-A15C-319B67622677}"/>
          </ac:spMkLst>
        </pc:spChg>
        <pc:spChg chg="add del">
          <ac:chgData name="#RICHELLE-JOY CHIA#" userId="1ed7f23c-50f7-4404-a1c1-09bc4c2c813d" providerId="ADAL" clId="{AD6982FF-2A9E-BF46-9821-02FFDFC713E5}" dt="2021-06-18T12:49:00.034" v="7" actId="26606"/>
          <ac:spMkLst>
            <pc:docMk/>
            <pc:sldMk cId="1124873859" sldId="260"/>
            <ac:spMk id="40" creationId="{52FFAF72-6204-4676-9C6F-9A4CC4D91805}"/>
          </ac:spMkLst>
        </pc:spChg>
        <pc:spChg chg="add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42" creationId="{0D57E7FA-E8FC-45AC-868F-CDC8144939D6}"/>
          </ac:spMkLst>
        </pc:spChg>
        <pc:spChg chg="add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43" creationId="{9C867835-A917-4A2B-8424-3AFAF7436395}"/>
          </ac:spMkLst>
        </pc:spChg>
        <pc:spChg chg="add">
          <ac:chgData name="#RICHELLE-JOY CHIA#" userId="1ed7f23c-50f7-4404-a1c1-09bc4c2c813d" providerId="ADAL" clId="{AD6982FF-2A9E-BF46-9821-02FFDFC713E5}" dt="2021-06-18T12:49:00.042" v="8" actId="26606"/>
          <ac:spMkLst>
            <pc:docMk/>
            <pc:sldMk cId="1124873859" sldId="260"/>
            <ac:spMk id="44" creationId="{EED8D03E-F375-4E67-B932-FF9B007BB420}"/>
          </ac:spMkLst>
        </pc:spChg>
        <pc:picChg chg="mod">
          <ac:chgData name="#RICHELLE-JOY CHIA#" userId="1ed7f23c-50f7-4404-a1c1-09bc4c2c813d" providerId="ADAL" clId="{AD6982FF-2A9E-BF46-9821-02FFDFC713E5}" dt="2021-06-18T12:49:00.042" v="8" actId="26606"/>
          <ac:picMkLst>
            <pc:docMk/>
            <pc:sldMk cId="1124873859" sldId="260"/>
            <ac:picMk id="7" creationId="{0EBAEBA5-3C44-400B-AB2F-D26AE9D9F2F0}"/>
          </ac:picMkLst>
        </pc:picChg>
      </pc:sldChg>
      <pc:sldChg chg="addSp delSp modSp new mod setBg">
        <pc:chgData name="#RICHELLE-JOY CHIA#" userId="1ed7f23c-50f7-4404-a1c1-09bc4c2c813d" providerId="ADAL" clId="{AD6982FF-2A9E-BF46-9821-02FFDFC713E5}" dt="2021-06-18T12:49:34.275" v="48" actId="26606"/>
        <pc:sldMkLst>
          <pc:docMk/>
          <pc:sldMk cId="3172359251" sldId="269"/>
        </pc:sldMkLst>
        <pc:spChg chg="mod">
          <ac:chgData name="#RICHELLE-JOY CHIA#" userId="1ed7f23c-50f7-4404-a1c1-09bc4c2c813d" providerId="ADAL" clId="{AD6982FF-2A9E-BF46-9821-02FFDFC713E5}" dt="2021-06-18T12:49:34.275" v="48" actId="26606"/>
          <ac:spMkLst>
            <pc:docMk/>
            <pc:sldMk cId="3172359251" sldId="269"/>
            <ac:spMk id="2" creationId="{AE5683BB-E246-C545-9924-ED7074846A5E}"/>
          </ac:spMkLst>
        </pc:spChg>
        <pc:spChg chg="del mod">
          <ac:chgData name="#RICHELLE-JOY CHIA#" userId="1ed7f23c-50f7-4404-a1c1-09bc4c2c813d" providerId="ADAL" clId="{AD6982FF-2A9E-BF46-9821-02FFDFC713E5}" dt="2021-06-18T12:49:22.274" v="41" actId="478"/>
          <ac:spMkLst>
            <pc:docMk/>
            <pc:sldMk cId="3172359251" sldId="269"/>
            <ac:spMk id="3" creationId="{7E429B82-FE10-CE48-9AA1-225ED7FF5FF7}"/>
          </ac:spMkLst>
        </pc:spChg>
        <pc:spChg chg="add del">
          <ac:chgData name="#RICHELLE-JOY CHIA#" userId="1ed7f23c-50f7-4404-a1c1-09bc4c2c813d" providerId="ADAL" clId="{AD6982FF-2A9E-BF46-9821-02FFDFC713E5}" dt="2021-06-18T12:49:33.122" v="45" actId="26606"/>
          <ac:spMkLst>
            <pc:docMk/>
            <pc:sldMk cId="3172359251" sldId="269"/>
            <ac:spMk id="7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9:26.913" v="43" actId="26606"/>
          <ac:spMkLst>
            <pc:docMk/>
            <pc:sldMk cId="3172359251" sldId="269"/>
            <ac:spMk id="9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9:26.913" v="43" actId="26606"/>
          <ac:spMkLst>
            <pc:docMk/>
            <pc:sldMk cId="3172359251" sldId="269"/>
            <ac:spMk id="11" creationId="{9C867835-A917-4A2B-8424-3AFAF7436395}"/>
          </ac:spMkLst>
        </pc:spChg>
        <pc:spChg chg="add del">
          <ac:chgData name="#RICHELLE-JOY CHIA#" userId="1ed7f23c-50f7-4404-a1c1-09bc4c2c813d" providerId="ADAL" clId="{AD6982FF-2A9E-BF46-9821-02FFDFC713E5}" dt="2021-06-18T12:49:26.913" v="43" actId="26606"/>
          <ac:spMkLst>
            <pc:docMk/>
            <pc:sldMk cId="3172359251" sldId="269"/>
            <ac:spMk id="13" creationId="{EED8D03E-F375-4E67-B932-FF9B007BB420}"/>
          </ac:spMkLst>
        </pc:spChg>
        <pc:spChg chg="add del">
          <ac:chgData name="#RICHELLE-JOY CHIA#" userId="1ed7f23c-50f7-4404-a1c1-09bc4c2c813d" providerId="ADAL" clId="{AD6982FF-2A9E-BF46-9821-02FFDFC713E5}" dt="2021-06-18T12:49:33.122" v="45" actId="26606"/>
          <ac:spMkLst>
            <pc:docMk/>
            <pc:sldMk cId="3172359251" sldId="269"/>
            <ac:spMk id="15" creationId="{D839A9B9-F246-4779-A2BA-7AD3DAB5412B}"/>
          </ac:spMkLst>
        </pc:spChg>
        <pc:spChg chg="add del">
          <ac:chgData name="#RICHELLE-JOY CHIA#" userId="1ed7f23c-50f7-4404-a1c1-09bc4c2c813d" providerId="ADAL" clId="{AD6982FF-2A9E-BF46-9821-02FFDFC713E5}" dt="2021-06-18T12:49:33.122" v="45" actId="26606"/>
          <ac:spMkLst>
            <pc:docMk/>
            <pc:sldMk cId="3172359251" sldId="269"/>
            <ac:spMk id="16" creationId="{689FF3C7-B796-4C63-BF20-B2EE56888340}"/>
          </ac:spMkLst>
        </pc:spChg>
        <pc:spChg chg="add del">
          <ac:chgData name="#RICHELLE-JOY CHIA#" userId="1ed7f23c-50f7-4404-a1c1-09bc4c2c813d" providerId="ADAL" clId="{AD6982FF-2A9E-BF46-9821-02FFDFC713E5}" dt="2021-06-18T12:49:34.260" v="47" actId="26606"/>
          <ac:spMkLst>
            <pc:docMk/>
            <pc:sldMk cId="3172359251" sldId="269"/>
            <ac:spMk id="18" creationId="{0D57E7FA-E8FC-45AC-868F-CDC8144939D6}"/>
          </ac:spMkLst>
        </pc:spChg>
        <pc:spChg chg="add del">
          <ac:chgData name="#RICHELLE-JOY CHIA#" userId="1ed7f23c-50f7-4404-a1c1-09bc4c2c813d" providerId="ADAL" clId="{AD6982FF-2A9E-BF46-9821-02FFDFC713E5}" dt="2021-06-18T12:49:34.260" v="47" actId="26606"/>
          <ac:spMkLst>
            <pc:docMk/>
            <pc:sldMk cId="3172359251" sldId="269"/>
            <ac:spMk id="19" creationId="{9C867835-A917-4A2B-8424-3AFAF7436395}"/>
          </ac:spMkLst>
        </pc:spChg>
        <pc:spChg chg="add del">
          <ac:chgData name="#RICHELLE-JOY CHIA#" userId="1ed7f23c-50f7-4404-a1c1-09bc4c2c813d" providerId="ADAL" clId="{AD6982FF-2A9E-BF46-9821-02FFDFC713E5}" dt="2021-06-18T12:49:34.260" v="47" actId="26606"/>
          <ac:spMkLst>
            <pc:docMk/>
            <pc:sldMk cId="3172359251" sldId="269"/>
            <ac:spMk id="20" creationId="{EED8D03E-F375-4E67-B932-FF9B007BB420}"/>
          </ac:spMkLst>
        </pc:spChg>
        <pc:spChg chg="add">
          <ac:chgData name="#RICHELLE-JOY CHIA#" userId="1ed7f23c-50f7-4404-a1c1-09bc4c2c813d" providerId="ADAL" clId="{AD6982FF-2A9E-BF46-9821-02FFDFC713E5}" dt="2021-06-18T12:49:34.275" v="48" actId="26606"/>
          <ac:spMkLst>
            <pc:docMk/>
            <pc:sldMk cId="3172359251" sldId="269"/>
            <ac:spMk id="23" creationId="{0D57E7FA-E8FC-45AC-868F-CDC8144939D6}"/>
          </ac:spMkLst>
        </pc:spChg>
        <pc:spChg chg="add">
          <ac:chgData name="#RICHELLE-JOY CHIA#" userId="1ed7f23c-50f7-4404-a1c1-09bc4c2c813d" providerId="ADAL" clId="{AD6982FF-2A9E-BF46-9821-02FFDFC713E5}" dt="2021-06-18T12:49:34.275" v="48" actId="26606"/>
          <ac:spMkLst>
            <pc:docMk/>
            <pc:sldMk cId="3172359251" sldId="269"/>
            <ac:spMk id="24" creationId="{9C867835-A917-4A2B-8424-3AFAF7436395}"/>
          </ac:spMkLst>
        </pc:spChg>
        <pc:spChg chg="add">
          <ac:chgData name="#RICHELLE-JOY CHIA#" userId="1ed7f23c-50f7-4404-a1c1-09bc4c2c813d" providerId="ADAL" clId="{AD6982FF-2A9E-BF46-9821-02FFDFC713E5}" dt="2021-06-18T12:49:34.275" v="48" actId="26606"/>
          <ac:spMkLst>
            <pc:docMk/>
            <pc:sldMk cId="3172359251" sldId="269"/>
            <ac:spMk id="25" creationId="{EED8D03E-F375-4E67-B932-FF9B007BB420}"/>
          </ac:spMkLst>
        </pc:spChg>
        <pc:picChg chg="add del">
          <ac:chgData name="#RICHELLE-JOY CHIA#" userId="1ed7f23c-50f7-4404-a1c1-09bc4c2c813d" providerId="ADAL" clId="{AD6982FF-2A9E-BF46-9821-02FFDFC713E5}" dt="2021-06-18T12:49:26.913" v="43" actId="26606"/>
          <ac:picMkLst>
            <pc:docMk/>
            <pc:sldMk cId="3172359251" sldId="269"/>
            <ac:picMk id="6" creationId="{7A04F879-049C-4399-8AA1-BECC0E02DCA3}"/>
          </ac:picMkLst>
        </pc:picChg>
        <pc:picChg chg="add del">
          <ac:chgData name="#RICHELLE-JOY CHIA#" userId="1ed7f23c-50f7-4404-a1c1-09bc4c2c813d" providerId="ADAL" clId="{AD6982FF-2A9E-BF46-9821-02FFDFC713E5}" dt="2021-06-18T12:49:34.260" v="47" actId="26606"/>
          <ac:picMkLst>
            <pc:docMk/>
            <pc:sldMk cId="3172359251" sldId="269"/>
            <ac:picMk id="21" creationId="{0B469C97-7FC6-4422-AE4F-C6E3F2D55F6A}"/>
          </ac:picMkLst>
        </pc:picChg>
        <pc:picChg chg="add">
          <ac:chgData name="#RICHELLE-JOY CHIA#" userId="1ed7f23c-50f7-4404-a1c1-09bc4c2c813d" providerId="ADAL" clId="{AD6982FF-2A9E-BF46-9821-02FFDFC713E5}" dt="2021-06-18T12:49:34.275" v="48" actId="26606"/>
          <ac:picMkLst>
            <pc:docMk/>
            <pc:sldMk cId="3172359251" sldId="269"/>
            <ac:picMk id="26" creationId="{7A04F879-049C-4399-8AA1-BECC0E02DC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2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1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1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9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2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8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2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3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1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5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1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5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62" r:id="rId5"/>
    <p:sldLayoutId id="2147483663" r:id="rId6"/>
    <p:sldLayoutId id="2147483669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ocoder.readthedocs.io/" TargetMode="External"/><Relationship Id="rId2" Type="http://schemas.openxmlformats.org/officeDocument/2006/relationships/hyperlink" Target="https://en.wikipedia.org/wiki/List_of_neighbourhoods_in_Vancouv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foursquare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650FA2EE-7F12-48D1-9B13-C1E9E37ED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3ED9A-B9AB-6B44-9B78-B3BF73F1E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391" y="2219642"/>
            <a:ext cx="5541054" cy="221362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The best neighborhood to open a restaurant in Vancouver, Canada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36834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1D89-A6A9-0342-A87C-243F8CAD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Vancouver?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9FC0-C7D6-524E-9681-60CEF5A60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Vancouver is a region that prides itself on the quality and variety of its cuisine</a:t>
            </a:r>
            <a:r>
              <a:rPr lang="en-SG" dirty="0"/>
              <a:t> </a:t>
            </a:r>
          </a:p>
          <a:p>
            <a:pPr lvl="1"/>
            <a:r>
              <a:rPr lang="en-SG" dirty="0"/>
              <a:t>Examples: </a:t>
            </a:r>
            <a:r>
              <a:rPr lang="en-US" dirty="0"/>
              <a:t>Japanese, Chinese, Spanish, French</a:t>
            </a:r>
            <a:endParaRPr lang="en-SG" dirty="0"/>
          </a:p>
          <a:p>
            <a:pPr lvl="1"/>
            <a:endParaRPr lang="en-SG" dirty="0"/>
          </a:p>
          <a:p>
            <a:r>
              <a:rPr lang="en-SG" dirty="0"/>
              <a:t>Home to countless of cafes, food markets, and restaurants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49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9446-5C12-784F-8302-CD077BBB1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A2DC-5C1A-854C-B28E-556FDDCDB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Variety of food options</a:t>
            </a:r>
          </a:p>
          <a:p>
            <a:r>
              <a:rPr lang="en-US" dirty="0"/>
              <a:t>Biggest challenge: Finding an ideal location to open a restaurant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To help potential business owners or investors look for a suitable location to open a restaurant in Vancouver, using a popular clustering technique </a:t>
            </a:r>
          </a:p>
        </p:txBody>
      </p:sp>
    </p:spTree>
    <p:extLst>
      <p:ext uri="{BB962C8B-B14F-4D97-AF65-F5344CB8AC3E}">
        <p14:creationId xmlns:p14="http://schemas.microsoft.com/office/powerpoint/2010/main" val="177535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D51D-4EB2-4341-B817-59799C41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would benefit from this?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A8ED-C6BD-5548-99F0-9A240F65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business owners</a:t>
            </a:r>
          </a:p>
          <a:p>
            <a:r>
              <a:rPr lang="en-US" dirty="0"/>
              <a:t>Potential investors</a:t>
            </a:r>
          </a:p>
          <a:p>
            <a:r>
              <a:rPr lang="en-US" dirty="0"/>
              <a:t>Foodies</a:t>
            </a:r>
          </a:p>
          <a:p>
            <a:r>
              <a:rPr lang="en-US" dirty="0"/>
              <a:t>Bloggers</a:t>
            </a:r>
          </a:p>
        </p:txBody>
      </p:sp>
    </p:spTree>
    <p:extLst>
      <p:ext uri="{BB962C8B-B14F-4D97-AF65-F5344CB8AC3E}">
        <p14:creationId xmlns:p14="http://schemas.microsoft.com/office/powerpoint/2010/main" val="137318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43" name="Rectangle 22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24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rgbClr val="EB4E7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9B7F9-4740-D547-AFBF-7ACC2CE1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i="1"/>
              <a:t>Methodology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0EBAEBA5-3C44-400B-AB2F-D26AE9D9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2091" y="1243422"/>
            <a:ext cx="4371155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73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C61B-62DE-4449-9926-74816138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0F32-D960-5846-81FD-00273BF81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neighborhoods in Vancouver is scraped from </a:t>
            </a:r>
            <a:r>
              <a:rPr lang="en-US" u="sng" dirty="0">
                <a:hlinkClick r:id="rId2"/>
              </a:rPr>
              <a:t>Wikipedia</a:t>
            </a:r>
            <a:endParaRPr lang="en-US" u="sng" dirty="0"/>
          </a:p>
          <a:p>
            <a:r>
              <a:rPr lang="en-US" dirty="0"/>
              <a:t>The corresponding coordinates is obtained using </a:t>
            </a:r>
            <a:r>
              <a:rPr lang="en-US" u="sng" dirty="0">
                <a:hlinkClick r:id="rId3"/>
              </a:rPr>
              <a:t>geocoder</a:t>
            </a:r>
            <a:r>
              <a:rPr lang="en-SG" dirty="0"/>
              <a:t> </a:t>
            </a:r>
            <a:endParaRPr lang="en-US" u="sng" dirty="0"/>
          </a:p>
          <a:p>
            <a:r>
              <a:rPr lang="en-US" dirty="0"/>
              <a:t>The venues data in each of the neighborhoods is returned by </a:t>
            </a:r>
            <a:r>
              <a:rPr lang="en-US" u="sng" dirty="0">
                <a:hlinkClick r:id="rId4"/>
              </a:rPr>
              <a:t>Foursquare API</a:t>
            </a:r>
            <a:r>
              <a:rPr lang="en-SG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6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BF10-4869-E542-B2F1-7E2FDB26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venues in each neighborhood</a:t>
            </a:r>
          </a:p>
        </p:txBody>
      </p:sp>
      <p:pic>
        <p:nvPicPr>
          <p:cNvPr id="4" name="Content Placeholder 3" descr="Chart, bar chart&#10;&#10;Description automatically generated">
            <a:extLst>
              <a:ext uri="{FF2B5EF4-FFF2-40B4-BE49-F238E27FC236}">
                <a16:creationId xmlns:a16="http://schemas.microsoft.com/office/drawing/2014/main" id="{7C6D8417-DCBD-A240-A90C-27F45BA11EA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204" y="1690688"/>
            <a:ext cx="920093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6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04A1-2638-794E-A7B1-7AC0D496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</a:t>
            </a:r>
            <a:endParaRPr lang="en-US" dirty="0"/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685D8221-A553-0949-BB1F-E27CC91A6B1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540" y="1400175"/>
            <a:ext cx="7326919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2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24" name="Rectangle 10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12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rgbClr val="EB4E7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683BB-E246-C545-9924-ED707484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i="1"/>
              <a:t>Let’s look at top 3 clusters </a:t>
            </a:r>
          </a:p>
        </p:txBody>
      </p:sp>
      <p:pic>
        <p:nvPicPr>
          <p:cNvPr id="26" name="Graphic 5" descr="Magnifying glass">
            <a:extLst>
              <a:ext uri="{FF2B5EF4-FFF2-40B4-BE49-F238E27FC236}">
                <a16:creationId xmlns:a16="http://schemas.microsoft.com/office/drawing/2014/main" id="{7A04F879-049C-4399-8AA1-BECC0E02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2091" y="1243422"/>
            <a:ext cx="4371155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5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B67D-63F1-264B-8C8F-34956A7E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A022-FCA0-184C-A4B3-AD9AE297D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Locations:</a:t>
            </a:r>
          </a:p>
          <a:p>
            <a:r>
              <a:rPr lang="en-US" dirty="0"/>
              <a:t>Downtown Vancouver</a:t>
            </a:r>
          </a:p>
          <a:p>
            <a:r>
              <a:rPr lang="en-US" dirty="0"/>
              <a:t>Oakridge</a:t>
            </a:r>
          </a:p>
          <a:p>
            <a:r>
              <a:rPr lang="en-US" dirty="0"/>
              <a:t>South </a:t>
            </a:r>
            <a:r>
              <a:rPr lang="en-US" dirty="0" err="1"/>
              <a:t>Cambie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4D258-D738-FB4D-B20B-DA091282D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Popular Cuisines:</a:t>
            </a:r>
          </a:p>
          <a:p>
            <a:r>
              <a:rPr lang="en-US" dirty="0"/>
              <a:t>Japanese restaurants</a:t>
            </a:r>
          </a:p>
          <a:p>
            <a:r>
              <a:rPr lang="en-US" dirty="0"/>
              <a:t>Chinese restaurants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3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B67D-63F1-264B-8C8F-34956A7E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A022-FCA0-184C-A4B3-AD9AE297D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Location:</a:t>
            </a:r>
          </a:p>
          <a:p>
            <a:r>
              <a:rPr lang="en-US" dirty="0"/>
              <a:t>Kerrisdale </a:t>
            </a:r>
          </a:p>
          <a:p>
            <a:pPr lvl="1"/>
            <a:r>
              <a:rPr lang="en-US" dirty="0"/>
              <a:t>Further away from downtown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4D258-D738-FB4D-B20B-DA091282D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Popular Cuisines:</a:t>
            </a:r>
          </a:p>
          <a:p>
            <a:r>
              <a:rPr lang="en-US" dirty="0"/>
              <a:t>Spanish restaurants</a:t>
            </a:r>
          </a:p>
          <a:p>
            <a:r>
              <a:rPr lang="en-US" dirty="0"/>
              <a:t>French restaurants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6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B67D-63F1-264B-8C8F-34956A7E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A022-FCA0-184C-A4B3-AD9AE297D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Location:</a:t>
            </a:r>
          </a:p>
          <a:p>
            <a:r>
              <a:rPr lang="en-US" dirty="0"/>
              <a:t>Mount Pleasant</a:t>
            </a:r>
          </a:p>
          <a:p>
            <a:pPr lvl="1"/>
            <a:r>
              <a:rPr lang="en-US" dirty="0"/>
              <a:t>Somewhat close to downtown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4D258-D738-FB4D-B20B-DA091282D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Popular Cuisines:</a:t>
            </a:r>
          </a:p>
          <a:p>
            <a:r>
              <a:rPr lang="en-US" dirty="0"/>
              <a:t>Cafes</a:t>
            </a:r>
          </a:p>
          <a:p>
            <a:r>
              <a:rPr lang="en-US" dirty="0"/>
              <a:t>Coffee shops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66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4AADD8-8FA2-B042-BC81-32A26C29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91EA9-7CB2-F14F-B5E6-BF7EF19F9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no budget, open a restaurant in cluster 1</a:t>
            </a:r>
          </a:p>
          <a:p>
            <a:pPr lvl="1"/>
            <a:r>
              <a:rPr lang="en-US" dirty="0"/>
              <a:t>Try to move beyond Japanese and Chinese cuisines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If tight budget, may open a restaurant in cluster 2 or 3 </a:t>
            </a:r>
          </a:p>
          <a:p>
            <a:pPr lvl="1"/>
            <a:r>
              <a:rPr lang="en-US" dirty="0"/>
              <a:t>If cluster 2, try to move beyond cafes and coffee shops</a:t>
            </a:r>
          </a:p>
          <a:p>
            <a:pPr lvl="1"/>
            <a:r>
              <a:rPr lang="en-US" dirty="0"/>
              <a:t>If cluster 3, try to move beyond European cuisines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4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61DF-91B7-EB45-8D0C-C32A3F49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directions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E2E8-1019-0149-AAA6-6F8C10F04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business recommendations – where to open a restaurant</a:t>
            </a:r>
          </a:p>
          <a:p>
            <a:r>
              <a:rPr lang="en-US" dirty="0"/>
              <a:t>Utilized popular clustering technique to make accurate prediction</a:t>
            </a:r>
          </a:p>
          <a:p>
            <a:r>
              <a:rPr lang="en-US" dirty="0"/>
              <a:t>Can be applied to understand the type of cuisines or shop</a:t>
            </a:r>
          </a:p>
          <a:p>
            <a:r>
              <a:rPr lang="en-US" dirty="0"/>
              <a:t>Ideas include:</a:t>
            </a:r>
          </a:p>
          <a:p>
            <a:pPr lvl="1"/>
            <a:r>
              <a:rPr lang="en-US" dirty="0"/>
              <a:t>Include more data</a:t>
            </a:r>
          </a:p>
          <a:p>
            <a:pPr lvl="1"/>
            <a:r>
              <a:rPr lang="en-US" dirty="0"/>
              <a:t>Include other variables such as rent prices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282741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_2SEEDS">
      <a:dk1>
        <a:srgbClr val="000000"/>
      </a:dk1>
      <a:lt1>
        <a:srgbClr val="FFFFFF"/>
      </a:lt1>
      <a:dk2>
        <a:srgbClr val="41242B"/>
      </a:dk2>
      <a:lt2>
        <a:srgbClr val="E2E8E7"/>
      </a:lt2>
      <a:accent1>
        <a:srgbClr val="EB4E73"/>
      </a:accent1>
      <a:accent2>
        <a:srgbClr val="EE6EC2"/>
      </a:accent2>
      <a:accent3>
        <a:srgbClr val="EE856E"/>
      </a:accent3>
      <a:accent4>
        <a:srgbClr val="33B980"/>
      </a:accent4>
      <a:accent5>
        <a:srgbClr val="38B3B2"/>
      </a:accent5>
      <a:accent6>
        <a:srgbClr val="4EABEB"/>
      </a:accent6>
      <a:hlink>
        <a:srgbClr val="568F81"/>
      </a:hlink>
      <a:folHlink>
        <a:srgbClr val="7F7F7F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298</Words>
  <Application>Microsoft Macintosh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BrushVTI</vt:lpstr>
      <vt:lpstr>The best neighborhood to open a restaurant in Vancouver, Canada</vt:lpstr>
      <vt:lpstr>Why Vancouver?</vt:lpstr>
      <vt:lpstr>Problem &amp; Solution</vt:lpstr>
      <vt:lpstr>Who would benefit from this? </vt:lpstr>
      <vt:lpstr>Methodology</vt:lpstr>
      <vt:lpstr>Data sources</vt:lpstr>
      <vt:lpstr>Number of venues in each neighborhood</vt:lpstr>
      <vt:lpstr>Clustering</vt:lpstr>
      <vt:lpstr>Let’s look at top 3 clusters </vt:lpstr>
      <vt:lpstr>Cluster 1 </vt:lpstr>
      <vt:lpstr>Cluster 2 </vt:lpstr>
      <vt:lpstr>Cluster 3 </vt:lpstr>
      <vt:lpstr>Recommendations</vt:lpstr>
      <vt:lpstr>Conclusion and future directions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best neighborhood to open a restaurant in Vancouver, Canada</dc:title>
  <dc:creator>#RICHELLE-JOY CHIA#</dc:creator>
  <cp:lastModifiedBy>#RICHELLE-JOY CHIA#</cp:lastModifiedBy>
  <cp:revision>2</cp:revision>
  <dcterms:created xsi:type="dcterms:W3CDTF">2021-06-18T12:31:07Z</dcterms:created>
  <dcterms:modified xsi:type="dcterms:W3CDTF">2021-06-18T12:49:36Z</dcterms:modified>
</cp:coreProperties>
</file>